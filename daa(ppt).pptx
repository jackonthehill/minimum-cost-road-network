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72" d="100"/>
          <a:sy n="72" d="100"/>
        </p:scale>
        <p:origin x="77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5B0A-DF2E-0BAA-AD34-A425E5F10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CA993-9B33-526C-4A55-01DAB5466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B05EA-B784-CDB4-66EA-6C790FA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4A31B-292B-F86F-DA15-0176271EB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6B940-1697-6972-1D86-865899C0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380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BF14-8863-1DA1-FF3F-E5E948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0F5F-FD3C-22E9-74C8-4A64FCA54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60335-FCF6-81D8-4D8E-BAAF5C9C3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47297-DD73-14BC-35E2-32A7304FD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D621A-3448-E085-EE2C-057294C8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715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3E45-C28D-0C04-702A-47BE32755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8CDCA-ED96-5C4E-2D0A-12085107F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78AEB-23B2-2C85-2162-45B1CAFC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74A18-4004-38F5-0EA7-59B92EBC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B549D-F842-6501-1D59-29DE6ACC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16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C726-F0DC-7AD3-931D-462B5189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DB68A-4BD2-8997-6719-2028FAB4A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68172-A12B-8D44-863D-1A6D94BBF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660F0-3E6D-A00D-322B-C7B2E64A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FAF9C-F576-1E2B-09B6-5CFDA09D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7D83D-7856-1FDD-FBC4-993A776B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91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1B40-F388-2D45-68BB-263B99FAC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D918B-C0E3-BE82-78C7-38B5AFED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33566-F9E0-0FE0-25CC-E56CCA7F2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158635-3761-C1E0-DF20-D2B77D84F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EC195D-6064-6643-42C0-88FC20088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D4B612-C440-8505-8D0D-C4E646514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080051-2B5A-D444-88AC-DBC2893B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4BCD65-103C-9B2C-21F3-6D36EE8C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838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9B0E-187B-D834-C7F2-E51B019E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F2124-2102-31E7-B2D5-C46C1F14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9E4B8-7DD8-94E8-1BA5-E7FC4CC6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42E4F-3B72-836D-7D04-A8AD26BA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42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30CCC-8665-E8F0-1A12-8F79C23F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74D946-67B2-4341-5906-A4141B41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4871B-53D3-FADD-39A5-D6B8AB96A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10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DB2C-95FE-A1A1-3DAC-88A6C19AA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CA51-887D-9CD4-F730-795C4AFA2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330E1-727E-B5CA-3038-9F315A0C4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A186F-B6F1-BCA7-D1A6-2A06A3CED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86559-4C20-80DC-A4C4-8279FD8A7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F6A7B-102E-306F-2A9E-A14ECA81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726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6309-9B55-3E0D-4CA8-533C5991C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3B996-AF0E-F0CD-E90A-741AD1DD142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D8253-21AC-24A5-DA0D-9A829E89E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68070-1027-6728-2166-F628A219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860B3-B03B-7545-8636-A2F2A07E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0AD62-48B4-0DE7-C012-449968038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8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4CFA9-46F8-CE0C-4AC2-920F62F7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5D733-A96B-3F9C-71F2-362C24A87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B42C5-0D3A-093D-6536-1927F406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BA55F-791D-BAD7-A0D2-4BA3F040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C867C-2ADD-45CD-5734-FF67E9FE8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05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4276A5-04AA-95FA-C3C1-EA85E9A2B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99178-B8DF-4FE0-4D49-4A072EBFA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9AC71-43AA-AA90-5450-1BA203A3D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91236-681F-AE0A-7BE2-A413FDB2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5B4B2-CF2C-5615-6532-9A3B9231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39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89D33-6B0F-279C-924C-8584C887C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035DE-7336-9886-7693-0F1831E60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825FD-4AE3-62F2-C5C7-F8367AE5C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BFBAB-9F01-4DBE-A4D6-98B793BB9154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5F1C7-14F0-7ACC-357C-E17E68A58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32C07-D818-B3C6-EBC9-9B0887F3E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780490-BA2F-4725-AEAB-FB509BE36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3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8969-A52F-E32C-6B28-1295AB1A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8C7E9-1578-6E81-82F7-35C981B6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21" y="410018"/>
            <a:ext cx="10734158" cy="603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66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45DBE-C6AA-6CD2-206C-C0541D674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F24195-7F4B-1E17-F886-34301921D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1498"/>
            <a:ext cx="12311742" cy="683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97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A3B878-11E2-AEC4-119D-7D8A358BF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02"/>
            <a:ext cx="12191999" cy="682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3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B2737-DDAE-427C-78F4-EA6950D4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824641-5DA4-C149-A33B-DA4400378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699" y="0"/>
            <a:ext cx="122246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0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8423-C425-4F50-CE90-2324A0A95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AE0251-8C8A-C74F-59F6-402DA3CE3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80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DE34-977D-B3B2-29FA-2E14A916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33D739-7E9F-3BAF-3902-E9CBB0613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882"/>
            <a:ext cx="12192000" cy="686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7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23398-9848-F9E1-3994-354EBCBDD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EB496C-CE6E-E8A0-E093-BFADB35D8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33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42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venkatasatyasaiking@gmail.com</dc:creator>
  <cp:lastModifiedBy>venkatasatyasaiking@gmail.com</cp:lastModifiedBy>
  <cp:revision>2</cp:revision>
  <dcterms:created xsi:type="dcterms:W3CDTF">2026-10-03T08:56:49Z</dcterms:created>
  <dcterms:modified xsi:type="dcterms:W3CDTF">2026-10-03T09:14:44Z</dcterms:modified>
</cp:coreProperties>
</file>